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3.xml" ContentType="application/vnd.openxmlformats-officedocument.presentationml.slide+xml"/>
  <Override PartName="/ppt/theme/theme2.xml" ContentType="application/vnd.openxmlformats-officedocument.theme+xml"/>
  <Override PartName="/ppt/theme/theme1.xml" ContentType="application/vnd.openxmlformats-officedocument.theme+xml"/>
  <Override PartName="/ppt/slides/slide3.xml" ContentType="application/vnd.openxmlformats-officedocument.presentationml.slide+xml"/>
  <Override PartName="/ppt/slideLayouts/slideLayout4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s/slide12.xml" ContentType="application/vnd.openxmlformats-officedocument.presentationml.slide+xml"/>
  <Override PartName="/ppt/slideLayouts/slideLayout5.xml" ContentType="application/vnd.openxmlformats-officedocument.presentationml.slideLayout+xml"/>
  <Override PartName="/ppt/slides/slide7.xml" ContentType="application/vnd.openxmlformats-officedocument.presentationml.slide+xml"/>
  <Override PartName="/ppt/notesSlides/notesSlide2.xml" ContentType="application/vnd.openxmlformats-officedocument.presentationml.notesSlide+xml"/>
  <Override PartName="/ppt/notesSlides/notesSlide4.xml" ContentType="application/vnd.openxmlformats-officedocument.presentationml.notesSlide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ppt/slides/slide17.xml" ContentType="application/vnd.openxmlformats-officedocument.presentationml.slide+xml"/>
  <Override PartName="/ppt/viewProps.xml" ContentType="application/vnd.openxmlformats-officedocument.presentationml.viewProps+xml"/>
  <Override PartName="/ppt/notesSlides/notesSlide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8.xml" ContentType="application/vnd.openxmlformats-officedocument.presentationml.slide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8.xml" ContentType="application/vnd.openxmlformats-officedocument.presentationml.slideLayout+xml"/>
  <Override PartName="/docProps/core.xml" ContentType="application/vnd.openxmlformats-package.core-properties+xml"/>
  <Override PartName="/ppt/slideLayouts/slideLayout6.xml" ContentType="application/vnd.openxmlformats-officedocument.presentationml.slideLayout+xml"/>
  <Override PartName="/ppt/notesSlides/notesSlide11.xml" ContentType="application/vnd.openxmlformats-officedocument.presentationml.notesSlide+xml"/>
  <Override PartName="/ppt/slides/slide10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slides/slide5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3.xml" ContentType="application/vnd.openxmlformats-officedocument.presentationml.notesSlide+xml"/>
  <Override PartName="/ppt/slideLayouts/slideLayout7.xml" ContentType="application/vnd.openxmlformats-officedocument.presentationml.slideLayout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8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9.xml" ContentType="application/vnd.openxmlformats-officedocument.presentationml.slide+xml"/>
  <Override PartName="/ppt/slides/slide4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2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</p:sldIdLst>
  <p:sldSz cx="12192000" cy="6858000"/>
  <p:notesSz cx="6858000" cy="9144000"/>
  <p:defaultTextStyle>
    <a:defPPr>
      <a:defRPr lang="it-IT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 /><Relationship Id="rId25" Type="http://schemas.openxmlformats.org/officeDocument/2006/relationships/tableStyles" Target="tableStyles.xml" /><Relationship Id="rId26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3905798" name="Segnaposto intestazione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31577728" name="Segnaposto data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it-IT"/>
              <a:t>10/30/2013</a:t>
            </a:fld>
            <a:endParaRPr lang="it-IT"/>
          </a:p>
        </p:txBody>
      </p:sp>
      <p:sp>
        <p:nvSpPr>
          <p:cNvPr id="1005456942" name="Segnaposto immagine diapositiva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it-IT"/>
          </a:p>
        </p:txBody>
      </p:sp>
      <p:sp>
        <p:nvSpPr>
          <p:cNvPr id="2142660281" name="Segnaposto Note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it-IT"/>
              <a:t>Fare clic per modificare stili del testo dello schema</a:t>
            </a:r>
            <a:endParaRPr/>
          </a:p>
          <a:p>
            <a:pPr lvl="1">
              <a:defRPr/>
            </a:pPr>
            <a:r>
              <a:rPr lang="it-IT"/>
              <a:t>Secondo livello</a:t>
            </a:r>
            <a:endParaRPr/>
          </a:p>
          <a:p>
            <a:pPr lvl="2">
              <a:defRPr/>
            </a:pPr>
            <a:r>
              <a:rPr lang="it-IT"/>
              <a:t>Terzo livello</a:t>
            </a:r>
            <a:endParaRPr/>
          </a:p>
          <a:p>
            <a:pPr lvl="3">
              <a:defRPr/>
            </a:pPr>
            <a:r>
              <a:rPr lang="it-IT"/>
              <a:t>Quarto livello</a:t>
            </a:r>
            <a:endParaRPr/>
          </a:p>
          <a:p>
            <a:pPr lvl="4">
              <a:defRPr/>
            </a:pPr>
            <a:r>
              <a:rPr lang="it-IT"/>
              <a:t>Quinto livello</a:t>
            </a:r>
            <a:endParaRPr lang="it-IT"/>
          </a:p>
        </p:txBody>
      </p:sp>
      <p:sp>
        <p:nvSpPr>
          <p:cNvPr id="2093162028" name="Segnaposto piè di pagina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1720935511" name="Segnaposto numero diapositiva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it-IT"/>
              <a:t>‹#›</a:t>
            </a:fld>
            <a:endParaRPr 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 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 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4845616" name="Segnaposto immagine diapositiva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65060648" name="Segnaposto Note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it-IT">
              <a:latin typeface="Arial"/>
              <a:cs typeface="Arial"/>
            </a:endParaRPr>
          </a:p>
        </p:txBody>
      </p:sp>
      <p:sp>
        <p:nvSpPr>
          <p:cNvPr id="691052989" name="Segnaposto numero diapositiva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it-IT"/>
              <a:t>1</a:t>
            </a:fld>
            <a:endParaRPr lang="it-IT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717631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158646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55713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6F306AD-507D-E553-FF39-1F47EBC28F0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64734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391151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88743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510D27-E939-AED8-4704-B7E76845C9E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755751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047696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1618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3132CCB-5176-72D4-6754-287530EED03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893247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569090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65217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71C4C64-7A32-876D-81C3-012F433A53F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390299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960736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49571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2503F4C-9AE6-BF8B-C624-5ABFED9FAE0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460428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352365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86908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8BD2120-7FFA-17F4-64DD-398994858BE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702535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618889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4361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84DAA11-CF03-5161-1EF6-9F0BBADC44E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14628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636055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10577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CD4AE-3C0D-0682-E68D-8BEDBD35769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55314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5875722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106462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9B71F1B-8CF4-EBA7-C6CB-042FA024891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122444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2875514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384891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F115CAD-0AA9-092B-132C-1EC978DFD43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455672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941948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25967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6BEF6CE-04E0-A31E-CFDA-D4D9ABDD0DB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274599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446942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35222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35873C-C54D-E826-2F8B-6622FF28648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545527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593008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37126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489D6DA-BE50-DF85-F9B3-61075662EC2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734503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767188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238992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AA117A-3C34-9BB3-DC99-05F57BCB1BE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789454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734285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77218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CCE78B4-3FF8-E9C3-8182-1DEE7732A46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485517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8293644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16339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100A4A3-45FA-4483-D853-1549519B20A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06712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436575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19255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2AC10B-E58D-9A21-AA38-DF9A472D8EB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284658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23047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48515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7954AC6-FF21-4195-C1F1-3216473D360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Diapositiva titol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234993" name="Titolo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it-IT"/>
              <a:t>Fare clic per modificare lo stile del titolo</a:t>
            </a:r>
            <a:endParaRPr lang="it-IT"/>
          </a:p>
        </p:txBody>
      </p:sp>
      <p:sp>
        <p:nvSpPr>
          <p:cNvPr id="1192425812" name="Sottotitolo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it-IT"/>
              <a:t>Fare clic per modificare lo stile del sottotitolo dello schema</a:t>
            </a:r>
            <a:endParaRPr lang="it-IT"/>
          </a:p>
        </p:txBody>
      </p:sp>
      <p:sp>
        <p:nvSpPr>
          <p:cNvPr id="919802466" name="Segnaposto data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it-IT"/>
              <a:t>30.10.2013</a:t>
            </a:fld>
            <a:endParaRPr lang="it-IT"/>
          </a:p>
        </p:txBody>
      </p:sp>
      <p:sp>
        <p:nvSpPr>
          <p:cNvPr id="1748918611" name="Segnaposto piè di pagina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463341949" name="Segnaposto numero diapositiva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it-IT"/>
              <a:t>‹#›</a:t>
            </a:fld>
            <a:endParaRPr lang="it-IT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olo e contenut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631949" name="Tito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it-IT"/>
              <a:t>Fare clic per modificare lo stile del titolo</a:t>
            </a:r>
            <a:endParaRPr lang="it-IT"/>
          </a:p>
        </p:txBody>
      </p:sp>
      <p:sp>
        <p:nvSpPr>
          <p:cNvPr id="559485960" name="Segnaposto contenuto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it-IT"/>
              <a:t>Fare clic per modificare stili del testo dello schema</a:t>
            </a:r>
            <a:endParaRPr/>
          </a:p>
          <a:p>
            <a:pPr lvl="1">
              <a:defRPr/>
            </a:pPr>
            <a:r>
              <a:rPr lang="it-IT"/>
              <a:t>Secondo livello</a:t>
            </a:r>
            <a:endParaRPr/>
          </a:p>
          <a:p>
            <a:pPr lvl="2">
              <a:defRPr/>
            </a:pPr>
            <a:r>
              <a:rPr lang="it-IT"/>
              <a:t>Terzo livello</a:t>
            </a:r>
            <a:endParaRPr/>
          </a:p>
          <a:p>
            <a:pPr lvl="3">
              <a:defRPr/>
            </a:pPr>
            <a:r>
              <a:rPr lang="it-IT"/>
              <a:t>Quarto livello</a:t>
            </a:r>
            <a:endParaRPr/>
          </a:p>
          <a:p>
            <a:pPr lvl="4">
              <a:defRPr/>
            </a:pPr>
            <a:r>
              <a:rPr lang="it-IT"/>
              <a:t>Quinto livello</a:t>
            </a:r>
            <a:endParaRPr lang="it-IT"/>
          </a:p>
        </p:txBody>
      </p:sp>
      <p:sp>
        <p:nvSpPr>
          <p:cNvPr id="1634157268" name="Segnaposto data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it-IT"/>
              <a:t>30.10.2013</a:t>
            </a:fld>
            <a:endParaRPr lang="it-IT"/>
          </a:p>
        </p:txBody>
      </p:sp>
      <p:sp>
        <p:nvSpPr>
          <p:cNvPr id="1716073675" name="Segnaposto piè di pagina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689175683" name="Segnaposto numero diapositiva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it-IT"/>
              <a:t>‹#›</a:t>
            </a:fld>
            <a:endParaRPr lang="it-IT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Intestazione sezion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8949485" name="Titolo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it-IT"/>
              <a:t>Fare clic per modificare lo stile del titolo</a:t>
            </a:r>
            <a:endParaRPr lang="it-IT"/>
          </a:p>
        </p:txBody>
      </p:sp>
      <p:sp>
        <p:nvSpPr>
          <p:cNvPr id="943913845" name="Segnaposto testo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it-IT"/>
              <a:t>Fare clic per modificare stili del testo dello schema</a:t>
            </a:r>
            <a:endParaRPr/>
          </a:p>
        </p:txBody>
      </p:sp>
      <p:sp>
        <p:nvSpPr>
          <p:cNvPr id="628028554" name="Segnaposto data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it-IT"/>
              <a:t>30.10.2013</a:t>
            </a:fld>
            <a:endParaRPr lang="it-IT"/>
          </a:p>
        </p:txBody>
      </p:sp>
      <p:sp>
        <p:nvSpPr>
          <p:cNvPr id="762617439" name="Segnaposto piè di pagina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250419181" name="Segnaposto numero diapositiva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it-IT"/>
              <a:t>‹#›</a:t>
            </a:fld>
            <a:endParaRPr lang="it-IT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Due contenuti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215350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it-IT"/>
              <a:t>Fare clic per modificare lo stile del titolo</a:t>
            </a:r>
            <a:endParaRPr lang="it-IT"/>
          </a:p>
        </p:txBody>
      </p:sp>
      <p:sp>
        <p:nvSpPr>
          <p:cNvPr id="1096621624" name="Segnaposto contenuto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it-IT"/>
              <a:t>Fare clic per modificare stili del testo dello schema</a:t>
            </a:r>
            <a:endParaRPr/>
          </a:p>
          <a:p>
            <a:pPr lvl="1">
              <a:defRPr/>
            </a:pPr>
            <a:r>
              <a:rPr lang="it-IT"/>
              <a:t>Secondo livello</a:t>
            </a:r>
            <a:endParaRPr/>
          </a:p>
          <a:p>
            <a:pPr lvl="2">
              <a:defRPr/>
            </a:pPr>
            <a:r>
              <a:rPr lang="it-IT"/>
              <a:t>Terzo livello</a:t>
            </a:r>
            <a:endParaRPr/>
          </a:p>
          <a:p>
            <a:pPr lvl="3">
              <a:defRPr/>
            </a:pPr>
            <a:r>
              <a:rPr lang="it-IT"/>
              <a:t>Quarto livello</a:t>
            </a:r>
            <a:endParaRPr/>
          </a:p>
          <a:p>
            <a:pPr lvl="4">
              <a:defRPr/>
            </a:pPr>
            <a:r>
              <a:rPr lang="it-IT"/>
              <a:t>Quinto livello</a:t>
            </a:r>
            <a:endParaRPr lang="it-IT"/>
          </a:p>
        </p:txBody>
      </p:sp>
      <p:sp>
        <p:nvSpPr>
          <p:cNvPr id="43986853" name="Segnaposto contenuto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it-IT"/>
              <a:t>Fare clic per modificare stili del testo dello schema</a:t>
            </a:r>
            <a:endParaRPr/>
          </a:p>
          <a:p>
            <a:pPr lvl="1">
              <a:defRPr/>
            </a:pPr>
            <a:r>
              <a:rPr lang="it-IT"/>
              <a:t>Secondo livello</a:t>
            </a:r>
            <a:endParaRPr/>
          </a:p>
          <a:p>
            <a:pPr lvl="2">
              <a:defRPr/>
            </a:pPr>
            <a:r>
              <a:rPr lang="it-IT"/>
              <a:t>Terzo livello</a:t>
            </a:r>
            <a:endParaRPr/>
          </a:p>
          <a:p>
            <a:pPr lvl="3">
              <a:defRPr/>
            </a:pPr>
            <a:r>
              <a:rPr lang="it-IT"/>
              <a:t>Quarto livello</a:t>
            </a:r>
            <a:endParaRPr/>
          </a:p>
          <a:p>
            <a:pPr lvl="4">
              <a:defRPr/>
            </a:pPr>
            <a:r>
              <a:rPr lang="it-IT"/>
              <a:t>Quinto livello</a:t>
            </a:r>
            <a:endParaRPr lang="it-IT"/>
          </a:p>
        </p:txBody>
      </p:sp>
      <p:sp>
        <p:nvSpPr>
          <p:cNvPr id="896112785" name="Segnaposto data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it-IT"/>
              <a:t>30.10.2013</a:t>
            </a:fld>
            <a:endParaRPr lang="it-IT"/>
          </a:p>
        </p:txBody>
      </p:sp>
      <p:sp>
        <p:nvSpPr>
          <p:cNvPr id="247927897" name="Segnaposto piè di pagina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2066930590" name="Segnaposto numero diapositiva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it-IT"/>
              <a:t>‹#›</a:t>
            </a:fld>
            <a:endParaRPr lang="it-IT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nfront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5344022" name="Titolo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it-IT"/>
              <a:t>Fare clic per modificare lo stile del titolo</a:t>
            </a:r>
            <a:endParaRPr lang="it-IT"/>
          </a:p>
        </p:txBody>
      </p:sp>
      <p:sp>
        <p:nvSpPr>
          <p:cNvPr id="1828246992" name="Segnaposto testo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it-IT"/>
              <a:t>Fare clic per modificare stili del testo dello schema</a:t>
            </a:r>
            <a:endParaRPr/>
          </a:p>
        </p:txBody>
      </p:sp>
      <p:sp>
        <p:nvSpPr>
          <p:cNvPr id="130176818" name="Segnaposto contenuto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it-IT"/>
              <a:t>Fare clic per modificare stili del testo dello schema</a:t>
            </a:r>
            <a:endParaRPr/>
          </a:p>
          <a:p>
            <a:pPr lvl="1">
              <a:defRPr/>
            </a:pPr>
            <a:r>
              <a:rPr lang="it-IT"/>
              <a:t>Secondo livello</a:t>
            </a:r>
            <a:endParaRPr/>
          </a:p>
          <a:p>
            <a:pPr lvl="2">
              <a:defRPr/>
            </a:pPr>
            <a:r>
              <a:rPr lang="it-IT"/>
              <a:t>Terzo livello</a:t>
            </a:r>
            <a:endParaRPr/>
          </a:p>
          <a:p>
            <a:pPr lvl="3">
              <a:defRPr/>
            </a:pPr>
            <a:r>
              <a:rPr lang="it-IT"/>
              <a:t>Quarto livello</a:t>
            </a:r>
            <a:endParaRPr/>
          </a:p>
          <a:p>
            <a:pPr lvl="4">
              <a:defRPr/>
            </a:pPr>
            <a:r>
              <a:rPr lang="it-IT"/>
              <a:t>Quinto livello</a:t>
            </a:r>
            <a:endParaRPr lang="it-IT"/>
          </a:p>
        </p:txBody>
      </p:sp>
      <p:sp>
        <p:nvSpPr>
          <p:cNvPr id="846605922" name="Segnaposto testo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it-IT"/>
              <a:t>Fare clic per modificare stili del testo dello schema</a:t>
            </a:r>
            <a:endParaRPr/>
          </a:p>
        </p:txBody>
      </p:sp>
      <p:sp>
        <p:nvSpPr>
          <p:cNvPr id="880728563" name="Segnaposto contenuto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it-IT"/>
              <a:t>Fare clic per modificare stili del testo dello schema</a:t>
            </a:r>
            <a:endParaRPr/>
          </a:p>
          <a:p>
            <a:pPr lvl="1">
              <a:defRPr/>
            </a:pPr>
            <a:r>
              <a:rPr lang="it-IT"/>
              <a:t>Secondo livello</a:t>
            </a:r>
            <a:endParaRPr/>
          </a:p>
          <a:p>
            <a:pPr lvl="2">
              <a:defRPr/>
            </a:pPr>
            <a:r>
              <a:rPr lang="it-IT"/>
              <a:t>Terzo livello</a:t>
            </a:r>
            <a:endParaRPr/>
          </a:p>
          <a:p>
            <a:pPr lvl="3">
              <a:defRPr/>
            </a:pPr>
            <a:r>
              <a:rPr lang="it-IT"/>
              <a:t>Quarto livello</a:t>
            </a:r>
            <a:endParaRPr/>
          </a:p>
          <a:p>
            <a:pPr lvl="4">
              <a:defRPr/>
            </a:pPr>
            <a:r>
              <a:rPr lang="it-IT"/>
              <a:t>Quinto livello</a:t>
            </a:r>
            <a:endParaRPr lang="it-IT"/>
          </a:p>
        </p:txBody>
      </p:sp>
      <p:sp>
        <p:nvSpPr>
          <p:cNvPr id="1050732409" name="Segnaposto data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it-IT"/>
              <a:t>30.10.2013</a:t>
            </a:fld>
            <a:endParaRPr lang="it-IT"/>
          </a:p>
        </p:txBody>
      </p:sp>
      <p:sp>
        <p:nvSpPr>
          <p:cNvPr id="877226653" name="Segnaposto piè di pagina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747032324" name="Segnaposto numero diapositiva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it-IT"/>
              <a:t>‹#›</a:t>
            </a:fld>
            <a:endParaRPr lang="it-IT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Solo titol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847278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it-IT"/>
              <a:t>Fare clic per modificare lo stile del titolo</a:t>
            </a:r>
            <a:endParaRPr lang="it-IT"/>
          </a:p>
        </p:txBody>
      </p:sp>
      <p:sp>
        <p:nvSpPr>
          <p:cNvPr id="1015748619" name="Segnaposto data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it-IT"/>
              <a:t>30.10.2013</a:t>
            </a:fld>
            <a:endParaRPr lang="it-IT"/>
          </a:p>
        </p:txBody>
      </p:sp>
      <p:sp>
        <p:nvSpPr>
          <p:cNvPr id="1211917346" name="Segnaposto piè di pagina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749838574" name="Segnaposto numero diapositiva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it-IT"/>
              <a:t>‹#›</a:t>
            </a:fld>
            <a:endParaRPr lang="it-IT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Vuota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0674981" name="Segnaposto data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it-IT"/>
              <a:t>30.10.2013</a:t>
            </a:fld>
            <a:endParaRPr lang="it-IT"/>
          </a:p>
        </p:txBody>
      </p:sp>
      <p:sp>
        <p:nvSpPr>
          <p:cNvPr id="1172874423" name="Segnaposto piè di pagina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391053592" name="Segnaposto numero diapositiva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it-IT"/>
              <a:t>‹#›</a:t>
            </a:fld>
            <a:endParaRPr lang="it-IT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uto con didascalia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2761199" name="Titolo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it-IT"/>
              <a:t>Fare clic per modificare lo stile del titolo</a:t>
            </a:r>
            <a:endParaRPr lang="it-IT"/>
          </a:p>
        </p:txBody>
      </p:sp>
      <p:sp>
        <p:nvSpPr>
          <p:cNvPr id="1002140661" name="Segnaposto contenuto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it-IT"/>
              <a:t>Fare clic per modificare stili del testo dello schema</a:t>
            </a:r>
            <a:endParaRPr/>
          </a:p>
          <a:p>
            <a:pPr lvl="1">
              <a:defRPr/>
            </a:pPr>
            <a:r>
              <a:rPr lang="it-IT"/>
              <a:t>Secondo livello</a:t>
            </a:r>
            <a:endParaRPr/>
          </a:p>
          <a:p>
            <a:pPr lvl="2">
              <a:defRPr/>
            </a:pPr>
            <a:r>
              <a:rPr lang="it-IT"/>
              <a:t>Terzo livello</a:t>
            </a:r>
            <a:endParaRPr/>
          </a:p>
          <a:p>
            <a:pPr lvl="3">
              <a:defRPr/>
            </a:pPr>
            <a:r>
              <a:rPr lang="it-IT"/>
              <a:t>Quarto livello</a:t>
            </a:r>
            <a:endParaRPr/>
          </a:p>
          <a:p>
            <a:pPr lvl="4">
              <a:defRPr/>
            </a:pPr>
            <a:r>
              <a:rPr lang="it-IT"/>
              <a:t>Quinto livello</a:t>
            </a:r>
            <a:endParaRPr lang="it-IT"/>
          </a:p>
        </p:txBody>
      </p:sp>
      <p:sp>
        <p:nvSpPr>
          <p:cNvPr id="475378824" name="Segnaposto testo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it-IT"/>
              <a:t>Fare clic per modificare stili del testo dello schema</a:t>
            </a:r>
            <a:endParaRPr/>
          </a:p>
        </p:txBody>
      </p:sp>
      <p:sp>
        <p:nvSpPr>
          <p:cNvPr id="367073505" name="Segnaposto data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it-IT"/>
              <a:t>30.10.2013</a:t>
            </a:fld>
            <a:endParaRPr lang="it-IT"/>
          </a:p>
        </p:txBody>
      </p:sp>
      <p:sp>
        <p:nvSpPr>
          <p:cNvPr id="1079174562" name="Segnaposto piè di pagina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018632797" name="Segnaposto numero diapositiva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it-IT"/>
              <a:t>‹#›</a:t>
            </a:fld>
            <a:endParaRPr lang="it-IT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Immagine con didascalia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5516002" name="Titolo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it-IT"/>
              <a:t>Fare clic per modificare lo stile del titolo</a:t>
            </a:r>
            <a:endParaRPr lang="it-IT"/>
          </a:p>
        </p:txBody>
      </p:sp>
      <p:sp>
        <p:nvSpPr>
          <p:cNvPr id="874075109" name="Segnaposto immagine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it-IT"/>
              <a:t>Fare clic sull'icona per aggiungere un'immagine</a:t>
            </a:r>
            <a:endParaRPr lang="it-IT"/>
          </a:p>
        </p:txBody>
      </p:sp>
      <p:sp>
        <p:nvSpPr>
          <p:cNvPr id="1939694532" name="Segnaposto testo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it-IT"/>
              <a:t>Fare clic per modificare stili del testo dello schema</a:t>
            </a:r>
            <a:endParaRPr/>
          </a:p>
        </p:txBody>
      </p:sp>
      <p:sp>
        <p:nvSpPr>
          <p:cNvPr id="1384827960" name="Segnaposto data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it-IT"/>
              <a:t>30.10.2013</a:t>
            </a:fld>
            <a:endParaRPr lang="it-IT"/>
          </a:p>
        </p:txBody>
      </p:sp>
      <p:sp>
        <p:nvSpPr>
          <p:cNvPr id="1229330290" name="Segnaposto piè di pagina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908525772" name="Segnaposto numero diapositiva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it-IT"/>
              <a:t>‹#›</a:t>
            </a:fld>
            <a:endParaRPr lang="it-IT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olo e testo vertical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5996459" name="Tito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it-IT"/>
              <a:t>Fare clic per modificare lo stile del titolo</a:t>
            </a:r>
            <a:endParaRPr lang="it-IT"/>
          </a:p>
        </p:txBody>
      </p:sp>
      <p:sp>
        <p:nvSpPr>
          <p:cNvPr id="1789558011" name="Segnaposto testo verticale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it-IT"/>
              <a:t>Fare clic per modificare stili del testo dello schema</a:t>
            </a:r>
            <a:endParaRPr/>
          </a:p>
          <a:p>
            <a:pPr lvl="1">
              <a:defRPr/>
            </a:pPr>
            <a:r>
              <a:rPr lang="it-IT"/>
              <a:t>Secondo livello</a:t>
            </a:r>
            <a:endParaRPr/>
          </a:p>
          <a:p>
            <a:pPr lvl="2">
              <a:defRPr/>
            </a:pPr>
            <a:r>
              <a:rPr lang="it-IT"/>
              <a:t>Terzo livello</a:t>
            </a:r>
            <a:endParaRPr/>
          </a:p>
          <a:p>
            <a:pPr lvl="3">
              <a:defRPr/>
            </a:pPr>
            <a:r>
              <a:rPr lang="it-IT"/>
              <a:t>Quarto livello</a:t>
            </a:r>
            <a:endParaRPr/>
          </a:p>
          <a:p>
            <a:pPr lvl="4">
              <a:defRPr/>
            </a:pPr>
            <a:r>
              <a:rPr lang="it-IT"/>
              <a:t>Quinto livello</a:t>
            </a:r>
            <a:endParaRPr lang="it-IT"/>
          </a:p>
        </p:txBody>
      </p:sp>
      <p:sp>
        <p:nvSpPr>
          <p:cNvPr id="1109275489" name="Segnaposto data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it-IT"/>
              <a:t>30.10.2013</a:t>
            </a:fld>
            <a:endParaRPr lang="it-IT"/>
          </a:p>
        </p:txBody>
      </p:sp>
      <p:sp>
        <p:nvSpPr>
          <p:cNvPr id="534148797" name="Segnaposto piè di pagina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005254345" name="Segnaposto numero diapositiva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it-IT"/>
              <a:t>‹#›</a:t>
            </a:fld>
            <a:endParaRPr lang="it-IT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Titolo e testo vertical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8902328" name="Titolo vertica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it-IT"/>
              <a:t>Fare clic per modificare lo stile del titolo</a:t>
            </a:r>
            <a:endParaRPr lang="it-IT"/>
          </a:p>
        </p:txBody>
      </p:sp>
      <p:sp>
        <p:nvSpPr>
          <p:cNvPr id="2080222854" name="Segnaposto testo verticale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it-IT"/>
              <a:t>Fare clic per modificare stili del testo dello schema</a:t>
            </a:r>
            <a:endParaRPr/>
          </a:p>
          <a:p>
            <a:pPr lvl="1">
              <a:defRPr/>
            </a:pPr>
            <a:r>
              <a:rPr lang="it-IT"/>
              <a:t>Secondo livello</a:t>
            </a:r>
            <a:endParaRPr/>
          </a:p>
          <a:p>
            <a:pPr lvl="2">
              <a:defRPr/>
            </a:pPr>
            <a:r>
              <a:rPr lang="it-IT"/>
              <a:t>Terzo livello</a:t>
            </a:r>
            <a:endParaRPr/>
          </a:p>
          <a:p>
            <a:pPr lvl="3">
              <a:defRPr/>
            </a:pPr>
            <a:r>
              <a:rPr lang="it-IT"/>
              <a:t>Quarto livello</a:t>
            </a:r>
            <a:endParaRPr/>
          </a:p>
          <a:p>
            <a:pPr lvl="4">
              <a:defRPr/>
            </a:pPr>
            <a:r>
              <a:rPr lang="it-IT"/>
              <a:t>Quinto livello</a:t>
            </a:r>
            <a:endParaRPr lang="it-IT"/>
          </a:p>
        </p:txBody>
      </p:sp>
      <p:sp>
        <p:nvSpPr>
          <p:cNvPr id="1816190124" name="Segnaposto data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it-IT"/>
              <a:t>30.10.2013</a:t>
            </a:fld>
            <a:endParaRPr lang="it-IT"/>
          </a:p>
        </p:txBody>
      </p:sp>
      <p:sp>
        <p:nvSpPr>
          <p:cNvPr id="2122863719" name="Segnaposto piè di pagina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723367332" name="Segnaposto numero diapositiva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it-IT"/>
              <a:t>‹#›</a:t>
            </a:fld>
            <a:endParaRPr lang="it-IT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2134246" name="Segnaposto titolo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it-IT"/>
              <a:t>Fare clic per modificare lo stile del titolo</a:t>
            </a:r>
            <a:endParaRPr lang="it-IT"/>
          </a:p>
        </p:txBody>
      </p:sp>
      <p:sp>
        <p:nvSpPr>
          <p:cNvPr id="1971167138" name="Segnaposto testo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it-IT"/>
              <a:t>Fare clic per modificare stili del testo dello schema</a:t>
            </a:r>
            <a:endParaRPr/>
          </a:p>
          <a:p>
            <a:pPr lvl="1">
              <a:defRPr/>
            </a:pPr>
            <a:r>
              <a:rPr lang="it-IT"/>
              <a:t>Secondo livello</a:t>
            </a:r>
            <a:endParaRPr/>
          </a:p>
          <a:p>
            <a:pPr lvl="2">
              <a:defRPr/>
            </a:pPr>
            <a:r>
              <a:rPr lang="it-IT"/>
              <a:t>Terzo livello</a:t>
            </a:r>
            <a:endParaRPr/>
          </a:p>
          <a:p>
            <a:pPr lvl="3">
              <a:defRPr/>
            </a:pPr>
            <a:r>
              <a:rPr lang="it-IT"/>
              <a:t>Quarto livello</a:t>
            </a:r>
            <a:endParaRPr/>
          </a:p>
          <a:p>
            <a:pPr lvl="4">
              <a:defRPr/>
            </a:pPr>
            <a:r>
              <a:rPr lang="it-IT"/>
              <a:t>Quinto livello</a:t>
            </a:r>
            <a:endParaRPr lang="it-IT"/>
          </a:p>
        </p:txBody>
      </p:sp>
      <p:sp>
        <p:nvSpPr>
          <p:cNvPr id="724426245" name="Segnaposto data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it-IT"/>
              <a:t>30.10.2013</a:t>
            </a:fld>
            <a:endParaRPr lang="it-IT"/>
          </a:p>
        </p:txBody>
      </p:sp>
      <p:sp>
        <p:nvSpPr>
          <p:cNvPr id="2030044732" name="Segnaposto piè di pagina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812597780" name="Segnaposto numero diapositiva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it-IT"/>
              <a:t>‹#›</a:t>
            </a:fld>
            <a:endParaRPr 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7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8.png"/><Relationship Id="rId4" Type="http://schemas.openxmlformats.org/officeDocument/2006/relationships/image" Target="../media/image19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0.png"/><Relationship Id="rId4" Type="http://schemas.openxmlformats.org/officeDocument/2006/relationships/image" Target="../media/image21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0.png"/><Relationship Id="rId4" Type="http://schemas.openxmlformats.org/officeDocument/2006/relationships/image" Target="../media/image21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2.png"/><Relationship Id="rId4" Type="http://schemas.openxmlformats.org/officeDocument/2006/relationships/image" Target="../media/image23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4.png"/><Relationship Id="rId4" Type="http://schemas.openxmlformats.org/officeDocument/2006/relationships/image" Target="../media/image25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6.png"/><Relationship Id="rId4" Type="http://schemas.openxmlformats.org/officeDocument/2006/relationships/image" Target="../media/image27.pn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8.png"/><Relationship Id="rId4" Type="http://schemas.openxmlformats.org/officeDocument/2006/relationships/image" Target="../media/image29.png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0.png"/><Relationship Id="rId4" Type="http://schemas.openxmlformats.org/officeDocument/2006/relationships/image" Target="../media/image31.png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2.png"/><Relationship Id="rId4" Type="http://schemas.openxmlformats.org/officeDocument/2006/relationships/image" Target="../media/image33.png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4.png"/><Relationship Id="rId4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8474570" name="Title 1"/>
          <p:cNvSpPr>
            <a:spLocks noGrp="1"/>
          </p:cNvSpPr>
          <p:nvPr>
            <p:ph type="ctrTitle"/>
          </p:nvPr>
        </p:nvSpPr>
        <p:spPr bwMode="auto">
          <a:xfrm flipH="0" flipV="0">
            <a:off x="954374" y="1122363"/>
            <a:ext cx="10019567" cy="2387599"/>
          </a:xfrm>
        </p:spPr>
        <p:txBody>
          <a:bodyPr/>
          <a:lstStyle/>
          <a:p>
            <a:pPr>
              <a:defRPr/>
            </a:pPr>
            <a:r>
              <a:rPr lang="it-IT"/>
              <a:t>Training one agent per time</a:t>
            </a:r>
            <a:endParaRPr lang="it-IT"/>
          </a:p>
        </p:txBody>
      </p:sp>
      <p:sp>
        <p:nvSpPr>
          <p:cNvPr id="1615933011" name="Subtitle 2"/>
          <p:cNvSpPr>
            <a:spLocks noGrp="1"/>
          </p:cNvSpPr>
          <p:nvPr>
            <p:ph type="subTitle" idx="1"/>
          </p:nvPr>
        </p:nvSpPr>
        <p:spPr bwMode="auto"/>
        <p:txBody>
          <a:bodyPr/>
          <a:lstStyle/>
          <a:p>
            <a:pPr>
              <a:defRPr/>
            </a:pPr>
            <a:r>
              <a:rPr lang="it-IT"/>
              <a:t>Lorenzo Pecorari - 1885161</a:t>
            </a:r>
            <a:endParaRPr lang="it-IT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3052837" name="Tito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Key idea</a:t>
            </a:r>
            <a:endParaRPr/>
          </a:p>
        </p:txBody>
      </p:sp>
      <p:sp>
        <p:nvSpPr>
          <p:cNvPr id="2010886970" name="Segnaposto contenuto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lnSpc>
                <a:spcPct val="114999"/>
              </a:lnSpc>
              <a:defRPr/>
            </a:pPr>
            <a:r>
              <a:rPr/>
              <a:t>Given N different agents, let N-1 of them act randomly and the remaining one learns a policy</a:t>
            </a:r>
            <a:endParaRPr/>
          </a:p>
          <a:p>
            <a:pPr>
              <a:lnSpc>
                <a:spcPct val="114999"/>
              </a:lnSpc>
              <a:defRPr/>
            </a:pPr>
            <a:r>
              <a:rPr/>
              <a:t>Saving trained model and reusing for future training with different configurations</a:t>
            </a:r>
            <a:endParaRPr/>
          </a:p>
          <a:p>
            <a:pPr>
              <a:lnSpc>
                <a:spcPct val="114999"/>
              </a:lnSpc>
              <a:defRPr/>
            </a:pPr>
            <a:r>
              <a:rPr/>
              <a:t>Loading trained model in all the agents’ NN for evaluating obtainable performances 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7735745" name="Tito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Key idea: a sketchy representation</a:t>
            </a:r>
            <a:endParaRPr/>
          </a:p>
        </p:txBody>
      </p:sp>
      <p:sp>
        <p:nvSpPr>
          <p:cNvPr id="1133691201" name="Segnaposto contenuto 2"/>
          <p:cNvSpPr>
            <a:spLocks noGrp="1"/>
          </p:cNvSpPr>
          <p:nvPr>
            <p:ph idx="1"/>
          </p:nvPr>
        </p:nvSpPr>
        <p:spPr bwMode="auto">
          <a:xfrm flipH="0" flipV="0">
            <a:off x="838198" y="1850047"/>
            <a:ext cx="10515600" cy="1373797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90000" lnSpcReduction="2000"/>
          </a:bodyPr>
          <a:lstStyle/>
          <a:p>
            <a:pPr>
              <a:defRPr/>
            </a:pPr>
            <a:r>
              <a:rPr/>
              <a:t>Training only one agent, N-1 have not to learn</a:t>
            </a:r>
            <a:endParaRPr/>
          </a:p>
          <a:p>
            <a:pPr>
              <a:defRPr/>
            </a:pPr>
            <a:r>
              <a:rPr/>
              <a:t>Saving the model</a:t>
            </a:r>
            <a:endParaRPr/>
          </a:p>
          <a:p>
            <a:pPr>
              <a:defRPr/>
            </a:pPr>
            <a:r>
              <a:rPr/>
              <a:t>Loading the model for future trainings</a:t>
            </a:r>
            <a:endParaRPr/>
          </a:p>
        </p:txBody>
      </p:sp>
      <p:grpSp>
        <p:nvGrpSpPr>
          <p:cNvPr id="405232752" name=""/>
          <p:cNvGrpSpPr/>
          <p:nvPr/>
        </p:nvGrpSpPr>
        <p:grpSpPr bwMode="auto">
          <a:xfrm flipH="0" flipV="0">
            <a:off x="688192" y="3517247"/>
            <a:ext cx="10652181" cy="2951616"/>
            <a:chOff x="0" y="0"/>
            <a:chExt cx="10652181" cy="2951616"/>
          </a:xfrm>
        </p:grpSpPr>
        <p:grpSp>
          <p:nvGrpSpPr>
            <p:cNvPr id="173364960" name=""/>
            <p:cNvGrpSpPr/>
            <p:nvPr/>
          </p:nvGrpSpPr>
          <p:grpSpPr bwMode="auto">
            <a:xfrm rot="0" flipH="0" flipV="0">
              <a:off x="0" y="149234"/>
              <a:ext cx="2707088" cy="2802382"/>
              <a:chOff x="0" y="0"/>
              <a:chExt cx="2707088" cy="2802382"/>
            </a:xfrm>
          </p:grpSpPr>
          <p:grpSp>
            <p:nvGrpSpPr>
              <p:cNvPr id="2073904826" name=""/>
              <p:cNvGrpSpPr/>
              <p:nvPr/>
            </p:nvGrpSpPr>
            <p:grpSpPr bwMode="auto">
              <a:xfrm rot="0" flipH="0" flipV="0">
                <a:off x="525923" y="1182582"/>
                <a:ext cx="645034" cy="535415"/>
                <a:chOff x="0" y="0"/>
                <a:chExt cx="645034" cy="535415"/>
              </a:xfrm>
            </p:grpSpPr>
            <p:pic>
              <p:nvPicPr>
                <p:cNvPr id="303234593" name=""/>
                <p:cNvPicPr>
                  <a:picLocks noChangeAspect="1"/>
                </p:cNvPicPr>
                <p:nvPr/>
              </p:nvPicPr>
              <p:blipFill rotWithShape="1">
                <a:blip r:embed="rId3"/>
                <a:stretch/>
              </p:blipFill>
              <p:spPr bwMode="auto">
                <a:xfrm rot="0" flipH="0" flipV="0">
                  <a:off x="100343" y="119158"/>
                  <a:ext cx="408315" cy="416256"/>
                </a:xfrm>
                <a:prstGeom prst="rect">
                  <a:avLst/>
                </a:prstGeom>
              </p:spPr>
            </p:pic>
            <p:pic>
              <p:nvPicPr>
                <p:cNvPr id="238690758" name=""/>
                <p:cNvPicPr>
                  <a:picLocks noChangeAspect="1"/>
                </p:cNvPicPr>
                <p:nvPr/>
              </p:nvPicPr>
              <p:blipFill rotWithShape="1">
                <a:blip r:embed="rId4"/>
                <a:stretch/>
              </p:blipFill>
              <p:spPr bwMode="auto">
                <a:xfrm rot="0" flipH="0" flipV="0">
                  <a:off x="475817" y="224580"/>
                  <a:ext cx="169216" cy="172507"/>
                </a:xfrm>
                <a:prstGeom prst="rect">
                  <a:avLst/>
                </a:prstGeom>
              </p:spPr>
            </p:pic>
            <p:pic>
              <p:nvPicPr>
                <p:cNvPr id="1549382724" name=""/>
                <p:cNvPicPr>
                  <a:picLocks noChangeAspect="1"/>
                </p:cNvPicPr>
                <p:nvPr/>
              </p:nvPicPr>
              <p:blipFill rotWithShape="1">
                <a:blip r:embed="rId5"/>
                <a:srcRect l="0" t="34132" r="0" b="0"/>
                <a:stretch/>
              </p:blipFill>
              <p:spPr bwMode="auto">
                <a:xfrm rot="0" flipH="0" flipV="0">
                  <a:off x="157672" y="0"/>
                  <a:ext cx="293657" cy="197186"/>
                </a:xfrm>
                <a:prstGeom prst="rect">
                  <a:avLst/>
                </a:prstGeom>
              </p:spPr>
            </p:pic>
            <p:pic>
              <p:nvPicPr>
                <p:cNvPr id="253333507" name=""/>
                <p:cNvPicPr>
                  <a:picLocks noChangeAspect="1"/>
                </p:cNvPicPr>
                <p:nvPr/>
              </p:nvPicPr>
              <p:blipFill rotWithShape="1">
                <a:blip r:embed="rId6"/>
                <a:stretch/>
              </p:blipFill>
              <p:spPr bwMode="auto">
                <a:xfrm rot="5400000" flipH="1" flipV="0">
                  <a:off x="-1449" y="244539"/>
                  <a:ext cx="151940" cy="149042"/>
                </a:xfrm>
                <a:prstGeom prst="rect">
                  <a:avLst/>
                </a:prstGeom>
              </p:spPr>
            </p:pic>
          </p:grpSp>
          <p:cxnSp>
            <p:nvCxnSpPr>
              <p:cNvPr id="1698555330" name=""/>
              <p:cNvCxnSpPr/>
              <p:nvPr/>
            </p:nvCxnSpPr>
            <p:spPr bwMode="auto">
              <a:xfrm rot="0" flipH="0" flipV="1">
                <a:off x="1161651" y="757079"/>
                <a:ext cx="799826" cy="414190"/>
              </a:xfrm>
              <a:prstGeom prst="line">
                <a:avLst/>
              </a:prstGeom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8140531" name=""/>
              <p:cNvCxnSpPr/>
              <p:nvPr/>
            </p:nvCxnSpPr>
            <p:spPr bwMode="auto">
              <a:xfrm rot="0" flipH="0" flipV="0">
                <a:off x="1161651" y="1753898"/>
                <a:ext cx="799826" cy="429133"/>
              </a:xfrm>
              <a:prstGeom prst="line">
                <a:avLst/>
              </a:prstGeom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050210990" name=""/>
              <p:cNvGrpSpPr/>
              <p:nvPr/>
            </p:nvGrpSpPr>
            <p:grpSpPr bwMode="auto">
              <a:xfrm rot="0" flipH="0" flipV="0">
                <a:off x="2045075" y="413842"/>
                <a:ext cx="645033" cy="535414"/>
                <a:chOff x="0" y="0"/>
                <a:chExt cx="645033" cy="535414"/>
              </a:xfrm>
            </p:grpSpPr>
            <p:pic>
              <p:nvPicPr>
                <p:cNvPr id="725361275" name=""/>
                <p:cNvPicPr>
                  <a:picLocks noChangeAspect="1"/>
                </p:cNvPicPr>
                <p:nvPr/>
              </p:nvPicPr>
              <p:blipFill rotWithShape="1">
                <a:blip r:embed="rId3"/>
                <a:stretch/>
              </p:blipFill>
              <p:spPr bwMode="auto">
                <a:xfrm rot="0" flipH="0" flipV="0">
                  <a:off x="100342" y="119158"/>
                  <a:ext cx="408315" cy="416255"/>
                </a:xfrm>
                <a:prstGeom prst="rect">
                  <a:avLst/>
                </a:prstGeom>
              </p:spPr>
            </p:pic>
            <p:pic>
              <p:nvPicPr>
                <p:cNvPr id="1623736188" name=""/>
                <p:cNvPicPr>
                  <a:picLocks noChangeAspect="1"/>
                </p:cNvPicPr>
                <p:nvPr/>
              </p:nvPicPr>
              <p:blipFill rotWithShape="1">
                <a:blip r:embed="rId4"/>
                <a:stretch/>
              </p:blipFill>
              <p:spPr bwMode="auto">
                <a:xfrm rot="0" flipH="0" flipV="0">
                  <a:off x="475817" y="224579"/>
                  <a:ext cx="169216" cy="172506"/>
                </a:xfrm>
                <a:prstGeom prst="rect">
                  <a:avLst/>
                </a:prstGeom>
              </p:spPr>
            </p:pic>
            <p:pic>
              <p:nvPicPr>
                <p:cNvPr id="1608785522" name=""/>
                <p:cNvPicPr>
                  <a:picLocks noChangeAspect="1"/>
                </p:cNvPicPr>
                <p:nvPr/>
              </p:nvPicPr>
              <p:blipFill rotWithShape="1">
                <a:blip r:embed="rId5"/>
                <a:srcRect l="0" t="34132" r="0" b="0"/>
                <a:stretch/>
              </p:blipFill>
              <p:spPr bwMode="auto">
                <a:xfrm rot="0" flipH="0" flipV="0">
                  <a:off x="157670" y="0"/>
                  <a:ext cx="293657" cy="197186"/>
                </a:xfrm>
                <a:prstGeom prst="rect">
                  <a:avLst/>
                </a:prstGeom>
              </p:spPr>
            </p:pic>
            <p:pic>
              <p:nvPicPr>
                <p:cNvPr id="1710372963" name=""/>
                <p:cNvPicPr>
                  <a:picLocks noChangeAspect="1"/>
                </p:cNvPicPr>
                <p:nvPr/>
              </p:nvPicPr>
              <p:blipFill rotWithShape="1">
                <a:blip r:embed="rId6"/>
                <a:stretch/>
              </p:blipFill>
              <p:spPr bwMode="auto">
                <a:xfrm rot="5400000" flipH="1" flipV="0">
                  <a:off x="-1449" y="244539"/>
                  <a:ext cx="151940" cy="149042"/>
                </a:xfrm>
                <a:prstGeom prst="rect">
                  <a:avLst/>
                </a:prstGeom>
              </p:spPr>
            </p:pic>
          </p:grpSp>
          <p:grpSp>
            <p:nvGrpSpPr>
              <p:cNvPr id="712194460" name=""/>
              <p:cNvGrpSpPr/>
              <p:nvPr/>
            </p:nvGrpSpPr>
            <p:grpSpPr bwMode="auto">
              <a:xfrm rot="0" flipH="0" flipV="0">
                <a:off x="2062054" y="2266967"/>
                <a:ext cx="645033" cy="535414"/>
                <a:chOff x="0" y="0"/>
                <a:chExt cx="645033" cy="535414"/>
              </a:xfrm>
            </p:grpSpPr>
            <p:pic>
              <p:nvPicPr>
                <p:cNvPr id="868327958" name=""/>
                <p:cNvPicPr>
                  <a:picLocks noChangeAspect="1"/>
                </p:cNvPicPr>
                <p:nvPr/>
              </p:nvPicPr>
              <p:blipFill rotWithShape="1">
                <a:blip r:embed="rId3"/>
                <a:stretch/>
              </p:blipFill>
              <p:spPr bwMode="auto">
                <a:xfrm rot="0" flipH="0" flipV="0">
                  <a:off x="100342" y="119158"/>
                  <a:ext cx="408315" cy="416255"/>
                </a:xfrm>
                <a:prstGeom prst="rect">
                  <a:avLst/>
                </a:prstGeom>
              </p:spPr>
            </p:pic>
            <p:pic>
              <p:nvPicPr>
                <p:cNvPr id="183965998" name=""/>
                <p:cNvPicPr>
                  <a:picLocks noChangeAspect="1"/>
                </p:cNvPicPr>
                <p:nvPr/>
              </p:nvPicPr>
              <p:blipFill rotWithShape="1">
                <a:blip r:embed="rId4"/>
                <a:stretch/>
              </p:blipFill>
              <p:spPr bwMode="auto">
                <a:xfrm rot="0" flipH="0" flipV="0">
                  <a:off x="475817" y="224579"/>
                  <a:ext cx="169216" cy="172506"/>
                </a:xfrm>
                <a:prstGeom prst="rect">
                  <a:avLst/>
                </a:prstGeom>
              </p:spPr>
            </p:pic>
            <p:pic>
              <p:nvPicPr>
                <p:cNvPr id="986621574" name=""/>
                <p:cNvPicPr>
                  <a:picLocks noChangeAspect="1"/>
                </p:cNvPicPr>
                <p:nvPr/>
              </p:nvPicPr>
              <p:blipFill rotWithShape="1">
                <a:blip r:embed="rId5"/>
                <a:srcRect l="0" t="34132" r="0" b="0"/>
                <a:stretch/>
              </p:blipFill>
              <p:spPr bwMode="auto">
                <a:xfrm rot="0" flipH="0" flipV="0">
                  <a:off x="157670" y="0"/>
                  <a:ext cx="293657" cy="197186"/>
                </a:xfrm>
                <a:prstGeom prst="rect">
                  <a:avLst/>
                </a:prstGeom>
              </p:spPr>
            </p:pic>
            <p:pic>
              <p:nvPicPr>
                <p:cNvPr id="1180535688" name=""/>
                <p:cNvPicPr>
                  <a:picLocks noChangeAspect="1"/>
                </p:cNvPicPr>
                <p:nvPr/>
              </p:nvPicPr>
              <p:blipFill rotWithShape="1">
                <a:blip r:embed="rId6"/>
                <a:stretch/>
              </p:blipFill>
              <p:spPr bwMode="auto">
                <a:xfrm rot="5400000" flipH="1" flipV="0">
                  <a:off x="-1449" y="244539"/>
                  <a:ext cx="151940" cy="149042"/>
                </a:xfrm>
                <a:prstGeom prst="rect">
                  <a:avLst/>
                </a:prstGeom>
              </p:spPr>
            </p:pic>
          </p:grpSp>
          <p:cxnSp>
            <p:nvCxnSpPr>
              <p:cNvPr id="1179353569" name=""/>
              <p:cNvCxnSpPr/>
              <p:nvPr/>
            </p:nvCxnSpPr>
            <p:spPr bwMode="auto">
              <a:xfrm rot="0" flipH="0" flipV="0">
                <a:off x="2362366" y="1082883"/>
                <a:ext cx="0" cy="611653"/>
              </a:xfrm>
              <a:prstGeom prst="line">
                <a:avLst/>
              </a:prstGeom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561621284" name=""/>
              <p:cNvPicPr>
                <a:picLocks noChangeAspect="1"/>
              </p:cNvPicPr>
              <p:nvPr/>
            </p:nvPicPr>
            <p:blipFill rotWithShape="1">
              <a:blip r:embed="rId7"/>
              <a:stretch/>
            </p:blipFill>
            <p:spPr bwMode="auto">
              <a:xfrm rot="0" flipH="0" flipV="0">
                <a:off x="2204694" y="0"/>
                <a:ext cx="334702" cy="335096"/>
              </a:xfrm>
              <a:prstGeom prst="rect">
                <a:avLst/>
              </a:prstGeom>
            </p:spPr>
          </p:pic>
          <p:pic>
            <p:nvPicPr>
              <p:cNvPr id="739830262" name=""/>
              <p:cNvPicPr>
                <a:picLocks noChangeAspect="1"/>
              </p:cNvPicPr>
              <p:nvPr/>
            </p:nvPicPr>
            <p:blipFill rotWithShape="1">
              <a:blip r:embed="rId7"/>
              <a:stretch/>
            </p:blipFill>
            <p:spPr bwMode="auto">
              <a:xfrm rot="0" flipH="0" flipV="0">
                <a:off x="2201418" y="1812995"/>
                <a:ext cx="334701" cy="335095"/>
              </a:xfrm>
              <a:prstGeom prst="rect">
                <a:avLst/>
              </a:prstGeom>
            </p:spPr>
          </p:pic>
          <p:pic>
            <p:nvPicPr>
              <p:cNvPr id="1946450494" name=""/>
              <p:cNvPicPr>
                <a:picLocks noChangeAspect="1"/>
              </p:cNvPicPr>
              <p:nvPr/>
            </p:nvPicPr>
            <p:blipFill rotWithShape="1">
              <a:blip r:embed="rId8"/>
              <a:stretch/>
            </p:blipFill>
            <p:spPr bwMode="auto">
              <a:xfrm flipH="0" flipV="0">
                <a:off x="0" y="413842"/>
                <a:ext cx="1200889" cy="715953"/>
              </a:xfrm>
              <a:prstGeom prst="rect">
                <a:avLst/>
              </a:prstGeom>
            </p:spPr>
          </p:pic>
        </p:grpSp>
        <p:sp>
          <p:nvSpPr>
            <p:cNvPr id="254921750" name=""/>
            <p:cNvSpPr/>
            <p:nvPr/>
          </p:nvSpPr>
          <p:spPr bwMode="auto">
            <a:xfrm rot="0" flipH="0" flipV="0">
              <a:off x="2967153" y="1283163"/>
              <a:ext cx="1072445" cy="577642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chemeClr val="tx1"/>
            </a:solidFill>
            <a:ln w="28575" cap="flat" cmpd="sng" algn="ctr">
              <a:solidFill>
                <a:srgbClr val="00FF26"/>
              </a:solidFill>
              <a:prstDash val="solid"/>
              <a:miter lim="800000"/>
            </a:ln>
            <a:effectLst>
              <a:outerShdw blurRad="508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/>
            </a:p>
          </p:txBody>
        </p:sp>
        <p:grpSp>
          <p:nvGrpSpPr>
            <p:cNvPr id="2133936709" name=""/>
            <p:cNvGrpSpPr/>
            <p:nvPr/>
          </p:nvGrpSpPr>
          <p:grpSpPr bwMode="auto">
            <a:xfrm rot="0" flipH="0" flipV="0">
              <a:off x="4456144" y="955272"/>
              <a:ext cx="1602034" cy="1147461"/>
              <a:chOff x="0" y="0"/>
              <a:chExt cx="1602034" cy="1147461"/>
            </a:xfrm>
          </p:grpSpPr>
          <p:pic>
            <p:nvPicPr>
              <p:cNvPr id="79663993" name=""/>
              <p:cNvPicPr>
                <a:picLocks noChangeAspect="1"/>
              </p:cNvPicPr>
              <p:nvPr/>
            </p:nvPicPr>
            <p:blipFill rotWithShape="1">
              <a:blip r:embed="rId9"/>
              <a:stretch/>
            </p:blipFill>
            <p:spPr bwMode="auto">
              <a:xfrm flipH="0" flipV="0">
                <a:off x="0" y="0"/>
                <a:ext cx="1602034" cy="1147461"/>
              </a:xfrm>
              <a:prstGeom prst="rect">
                <a:avLst/>
              </a:prstGeom>
            </p:spPr>
          </p:pic>
          <p:pic>
            <p:nvPicPr>
              <p:cNvPr id="2132346335" name=""/>
              <p:cNvPicPr>
                <a:picLocks noChangeAspect="1"/>
              </p:cNvPicPr>
              <p:nvPr/>
            </p:nvPicPr>
            <p:blipFill rotWithShape="1">
              <a:blip r:embed="rId8"/>
              <a:stretch/>
            </p:blipFill>
            <p:spPr bwMode="auto">
              <a:xfrm flipH="0" flipV="0">
                <a:off x="201282" y="242273"/>
                <a:ext cx="1111925" cy="662913"/>
              </a:xfrm>
              <a:prstGeom prst="rect">
                <a:avLst/>
              </a:prstGeom>
            </p:spPr>
          </p:pic>
        </p:grpSp>
        <p:grpSp>
          <p:nvGrpSpPr>
            <p:cNvPr id="1578181459" name=""/>
            <p:cNvGrpSpPr/>
            <p:nvPr/>
          </p:nvGrpSpPr>
          <p:grpSpPr bwMode="auto">
            <a:xfrm rot="0" flipH="0" flipV="0">
              <a:off x="8181997" y="0"/>
              <a:ext cx="2470183" cy="2905578"/>
              <a:chOff x="0" y="0"/>
              <a:chExt cx="2470183" cy="2905578"/>
            </a:xfrm>
          </p:grpSpPr>
          <p:grpSp>
            <p:nvGrpSpPr>
              <p:cNvPr id="1542673088" name=""/>
              <p:cNvGrpSpPr/>
              <p:nvPr/>
            </p:nvGrpSpPr>
            <p:grpSpPr bwMode="auto">
              <a:xfrm rot="0" flipH="0" flipV="0">
                <a:off x="289020" y="1285778"/>
                <a:ext cx="645034" cy="535414"/>
                <a:chOff x="0" y="0"/>
                <a:chExt cx="645034" cy="535414"/>
              </a:xfrm>
            </p:grpSpPr>
            <p:pic>
              <p:nvPicPr>
                <p:cNvPr id="185305682" name=""/>
                <p:cNvPicPr>
                  <a:picLocks noChangeAspect="1"/>
                </p:cNvPicPr>
                <p:nvPr/>
              </p:nvPicPr>
              <p:blipFill rotWithShape="1">
                <a:blip r:embed="rId3"/>
                <a:stretch/>
              </p:blipFill>
              <p:spPr bwMode="auto">
                <a:xfrm rot="0" flipH="0" flipV="0">
                  <a:off x="100343" y="119158"/>
                  <a:ext cx="408315" cy="416255"/>
                </a:xfrm>
                <a:prstGeom prst="rect">
                  <a:avLst/>
                </a:prstGeom>
              </p:spPr>
            </p:pic>
            <p:pic>
              <p:nvPicPr>
                <p:cNvPr id="1365088830" name=""/>
                <p:cNvPicPr>
                  <a:picLocks noChangeAspect="1"/>
                </p:cNvPicPr>
                <p:nvPr/>
              </p:nvPicPr>
              <p:blipFill rotWithShape="1">
                <a:blip r:embed="rId4"/>
                <a:stretch/>
              </p:blipFill>
              <p:spPr bwMode="auto">
                <a:xfrm rot="0" flipH="0" flipV="0">
                  <a:off x="475817" y="224579"/>
                  <a:ext cx="169216" cy="172506"/>
                </a:xfrm>
                <a:prstGeom prst="rect">
                  <a:avLst/>
                </a:prstGeom>
              </p:spPr>
            </p:pic>
            <p:pic>
              <p:nvPicPr>
                <p:cNvPr id="1595884925" name=""/>
                <p:cNvPicPr>
                  <a:picLocks noChangeAspect="1"/>
                </p:cNvPicPr>
                <p:nvPr/>
              </p:nvPicPr>
              <p:blipFill rotWithShape="1">
                <a:blip r:embed="rId5"/>
                <a:srcRect l="0" t="34132" r="0" b="0"/>
                <a:stretch/>
              </p:blipFill>
              <p:spPr bwMode="auto">
                <a:xfrm rot="0" flipH="0" flipV="0">
                  <a:off x="157672" y="0"/>
                  <a:ext cx="293657" cy="197186"/>
                </a:xfrm>
                <a:prstGeom prst="rect">
                  <a:avLst/>
                </a:prstGeom>
              </p:spPr>
            </p:pic>
            <p:pic>
              <p:nvPicPr>
                <p:cNvPr id="896726366" name=""/>
                <p:cNvPicPr>
                  <a:picLocks noChangeAspect="1"/>
                </p:cNvPicPr>
                <p:nvPr/>
              </p:nvPicPr>
              <p:blipFill rotWithShape="1">
                <a:blip r:embed="rId6"/>
                <a:stretch/>
              </p:blipFill>
              <p:spPr bwMode="auto">
                <a:xfrm rot="5400000" flipH="1" flipV="0">
                  <a:off x="-1448" y="244539"/>
                  <a:ext cx="151940" cy="149042"/>
                </a:xfrm>
                <a:prstGeom prst="rect">
                  <a:avLst/>
                </a:prstGeom>
              </p:spPr>
            </p:pic>
          </p:grpSp>
          <p:cxnSp>
            <p:nvCxnSpPr>
              <p:cNvPr id="444136975" name=""/>
              <p:cNvCxnSpPr/>
              <p:nvPr/>
            </p:nvCxnSpPr>
            <p:spPr bwMode="auto">
              <a:xfrm rot="0" flipH="0" flipV="1">
                <a:off x="924747" y="860276"/>
                <a:ext cx="799826" cy="414190"/>
              </a:xfrm>
              <a:prstGeom prst="line">
                <a:avLst/>
              </a:prstGeom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6947450" name=""/>
              <p:cNvCxnSpPr/>
              <p:nvPr/>
            </p:nvCxnSpPr>
            <p:spPr bwMode="auto">
              <a:xfrm rot="0" flipH="0" flipV="0">
                <a:off x="924747" y="1857095"/>
                <a:ext cx="799825" cy="429133"/>
              </a:xfrm>
              <a:prstGeom prst="line">
                <a:avLst/>
              </a:prstGeom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689097922" name=""/>
              <p:cNvGrpSpPr/>
              <p:nvPr/>
            </p:nvGrpSpPr>
            <p:grpSpPr bwMode="auto">
              <a:xfrm rot="0" flipH="0" flipV="0">
                <a:off x="1808171" y="517039"/>
                <a:ext cx="645031" cy="535412"/>
                <a:chOff x="0" y="0"/>
                <a:chExt cx="645031" cy="535412"/>
              </a:xfrm>
            </p:grpSpPr>
            <p:pic>
              <p:nvPicPr>
                <p:cNvPr id="1659036911" name=""/>
                <p:cNvPicPr>
                  <a:picLocks noChangeAspect="1"/>
                </p:cNvPicPr>
                <p:nvPr/>
              </p:nvPicPr>
              <p:blipFill rotWithShape="1">
                <a:blip r:embed="rId3"/>
                <a:stretch/>
              </p:blipFill>
              <p:spPr bwMode="auto">
                <a:xfrm rot="0" flipH="0" flipV="0">
                  <a:off x="100340" y="119157"/>
                  <a:ext cx="408315" cy="416255"/>
                </a:xfrm>
                <a:prstGeom prst="rect">
                  <a:avLst/>
                </a:prstGeom>
              </p:spPr>
            </p:pic>
            <p:pic>
              <p:nvPicPr>
                <p:cNvPr id="1355490405" name=""/>
                <p:cNvPicPr>
                  <a:picLocks noChangeAspect="1"/>
                </p:cNvPicPr>
                <p:nvPr/>
              </p:nvPicPr>
              <p:blipFill rotWithShape="1">
                <a:blip r:embed="rId4"/>
                <a:stretch/>
              </p:blipFill>
              <p:spPr bwMode="auto">
                <a:xfrm rot="0" flipH="0" flipV="0">
                  <a:off x="475815" y="224579"/>
                  <a:ext cx="169215" cy="172505"/>
                </a:xfrm>
                <a:prstGeom prst="rect">
                  <a:avLst/>
                </a:prstGeom>
              </p:spPr>
            </p:pic>
            <p:pic>
              <p:nvPicPr>
                <p:cNvPr id="1451933405" name=""/>
                <p:cNvPicPr>
                  <a:picLocks noChangeAspect="1"/>
                </p:cNvPicPr>
                <p:nvPr/>
              </p:nvPicPr>
              <p:blipFill rotWithShape="1">
                <a:blip r:embed="rId5"/>
                <a:srcRect l="0" t="34132" r="0" b="0"/>
                <a:stretch/>
              </p:blipFill>
              <p:spPr bwMode="auto">
                <a:xfrm rot="0" flipH="0" flipV="0">
                  <a:off x="157670" y="0"/>
                  <a:ext cx="293657" cy="197184"/>
                </a:xfrm>
                <a:prstGeom prst="rect">
                  <a:avLst/>
                </a:prstGeom>
              </p:spPr>
            </p:pic>
            <p:pic>
              <p:nvPicPr>
                <p:cNvPr id="2091960181" name=""/>
                <p:cNvPicPr>
                  <a:picLocks noChangeAspect="1"/>
                </p:cNvPicPr>
                <p:nvPr/>
              </p:nvPicPr>
              <p:blipFill rotWithShape="1">
                <a:blip r:embed="rId6"/>
                <a:stretch/>
              </p:blipFill>
              <p:spPr bwMode="auto">
                <a:xfrm rot="5400000" flipH="1" flipV="0">
                  <a:off x="-1449" y="244538"/>
                  <a:ext cx="151940" cy="149041"/>
                </a:xfrm>
                <a:prstGeom prst="rect">
                  <a:avLst/>
                </a:prstGeom>
              </p:spPr>
            </p:pic>
          </p:grpSp>
          <p:grpSp>
            <p:nvGrpSpPr>
              <p:cNvPr id="1667091337" name=""/>
              <p:cNvGrpSpPr/>
              <p:nvPr/>
            </p:nvGrpSpPr>
            <p:grpSpPr bwMode="auto">
              <a:xfrm rot="0" flipH="0" flipV="0">
                <a:off x="1825151" y="2370165"/>
                <a:ext cx="645031" cy="535412"/>
                <a:chOff x="0" y="0"/>
                <a:chExt cx="645031" cy="535412"/>
              </a:xfrm>
            </p:grpSpPr>
            <p:pic>
              <p:nvPicPr>
                <p:cNvPr id="805393760" name=""/>
                <p:cNvPicPr>
                  <a:picLocks noChangeAspect="1"/>
                </p:cNvPicPr>
                <p:nvPr/>
              </p:nvPicPr>
              <p:blipFill rotWithShape="1">
                <a:blip r:embed="rId3"/>
                <a:stretch/>
              </p:blipFill>
              <p:spPr bwMode="auto">
                <a:xfrm rot="0" flipH="0" flipV="0">
                  <a:off x="100340" y="119157"/>
                  <a:ext cx="408315" cy="416255"/>
                </a:xfrm>
                <a:prstGeom prst="rect">
                  <a:avLst/>
                </a:prstGeom>
              </p:spPr>
            </p:pic>
            <p:pic>
              <p:nvPicPr>
                <p:cNvPr id="526413405" name=""/>
                <p:cNvPicPr>
                  <a:picLocks noChangeAspect="1"/>
                </p:cNvPicPr>
                <p:nvPr/>
              </p:nvPicPr>
              <p:blipFill rotWithShape="1">
                <a:blip r:embed="rId4"/>
                <a:stretch/>
              </p:blipFill>
              <p:spPr bwMode="auto">
                <a:xfrm rot="0" flipH="0" flipV="0">
                  <a:off x="475815" y="224579"/>
                  <a:ext cx="169215" cy="172505"/>
                </a:xfrm>
                <a:prstGeom prst="rect">
                  <a:avLst/>
                </a:prstGeom>
              </p:spPr>
            </p:pic>
            <p:pic>
              <p:nvPicPr>
                <p:cNvPr id="312677958" name=""/>
                <p:cNvPicPr>
                  <a:picLocks noChangeAspect="1"/>
                </p:cNvPicPr>
                <p:nvPr/>
              </p:nvPicPr>
              <p:blipFill rotWithShape="1">
                <a:blip r:embed="rId5"/>
                <a:srcRect l="0" t="34132" r="0" b="0"/>
                <a:stretch/>
              </p:blipFill>
              <p:spPr bwMode="auto">
                <a:xfrm rot="0" flipH="0" flipV="0">
                  <a:off x="157670" y="0"/>
                  <a:ext cx="293657" cy="197184"/>
                </a:xfrm>
                <a:prstGeom prst="rect">
                  <a:avLst/>
                </a:prstGeom>
              </p:spPr>
            </p:pic>
            <p:pic>
              <p:nvPicPr>
                <p:cNvPr id="1083214346" name=""/>
                <p:cNvPicPr>
                  <a:picLocks noChangeAspect="1"/>
                </p:cNvPicPr>
                <p:nvPr/>
              </p:nvPicPr>
              <p:blipFill rotWithShape="1">
                <a:blip r:embed="rId6"/>
                <a:stretch/>
              </p:blipFill>
              <p:spPr bwMode="auto">
                <a:xfrm rot="5400000" flipH="1" flipV="0">
                  <a:off x="-1449" y="244538"/>
                  <a:ext cx="151940" cy="149041"/>
                </a:xfrm>
                <a:prstGeom prst="rect">
                  <a:avLst/>
                </a:prstGeom>
              </p:spPr>
            </p:pic>
          </p:grpSp>
          <p:cxnSp>
            <p:nvCxnSpPr>
              <p:cNvPr id="1900074983" name=""/>
              <p:cNvCxnSpPr/>
              <p:nvPr/>
            </p:nvCxnSpPr>
            <p:spPr bwMode="auto">
              <a:xfrm rot="0" flipH="0" flipV="0">
                <a:off x="2125462" y="1186080"/>
                <a:ext cx="0" cy="611652"/>
              </a:xfrm>
              <a:prstGeom prst="line">
                <a:avLst/>
              </a:prstGeom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822110057" name=""/>
              <p:cNvPicPr>
                <a:picLocks noChangeAspect="1"/>
              </p:cNvPicPr>
              <p:nvPr/>
            </p:nvPicPr>
            <p:blipFill rotWithShape="1">
              <a:blip r:embed="rId8"/>
              <a:stretch/>
            </p:blipFill>
            <p:spPr bwMode="auto">
              <a:xfrm rot="0" flipH="0" flipV="0">
                <a:off x="0" y="744077"/>
                <a:ext cx="824195" cy="491373"/>
              </a:xfrm>
              <a:prstGeom prst="rect">
                <a:avLst/>
              </a:prstGeom>
            </p:spPr>
          </p:pic>
          <p:pic>
            <p:nvPicPr>
              <p:cNvPr id="595028379" name=""/>
              <p:cNvPicPr>
                <a:picLocks noChangeAspect="1"/>
              </p:cNvPicPr>
              <p:nvPr/>
            </p:nvPicPr>
            <p:blipFill rotWithShape="1">
              <a:blip r:embed="rId8"/>
              <a:stretch/>
            </p:blipFill>
            <p:spPr bwMode="auto">
              <a:xfrm rot="0" flipH="0" flipV="0">
                <a:off x="1543303" y="1839918"/>
                <a:ext cx="823412" cy="490906"/>
              </a:xfrm>
              <a:prstGeom prst="rect">
                <a:avLst/>
              </a:prstGeom>
            </p:spPr>
          </p:pic>
          <p:pic>
            <p:nvPicPr>
              <p:cNvPr id="538084538" name=""/>
              <p:cNvPicPr>
                <a:picLocks noChangeAspect="1"/>
              </p:cNvPicPr>
              <p:nvPr/>
            </p:nvPicPr>
            <p:blipFill rotWithShape="1">
              <a:blip r:embed="rId8"/>
              <a:stretch/>
            </p:blipFill>
            <p:spPr bwMode="auto">
              <a:xfrm rot="0" flipH="0" flipV="0">
                <a:off x="1545116" y="0"/>
                <a:ext cx="824195" cy="491372"/>
              </a:xfrm>
              <a:prstGeom prst="rect">
                <a:avLst/>
              </a:prstGeom>
            </p:spPr>
          </p:pic>
        </p:grpSp>
        <p:sp>
          <p:nvSpPr>
            <p:cNvPr id="260548074" name=""/>
            <p:cNvSpPr/>
            <p:nvPr/>
          </p:nvSpPr>
          <p:spPr bwMode="auto">
            <a:xfrm rot="0" flipH="0" flipV="0">
              <a:off x="6414894" y="1271481"/>
              <a:ext cx="1072445" cy="577642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chemeClr val="tx1"/>
            </a:solidFill>
            <a:ln w="28575" cap="flat" cmpd="sng" algn="ctr">
              <a:solidFill>
                <a:srgbClr val="00FF26"/>
              </a:solidFill>
              <a:prstDash val="solid"/>
              <a:miter lim="800000"/>
            </a:ln>
            <a:effectLst>
              <a:outerShdw blurRad="508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4422646" name="Tito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System setup</a:t>
            </a:r>
            <a:endParaRPr/>
          </a:p>
        </p:txBody>
      </p:sp>
      <p:sp>
        <p:nvSpPr>
          <p:cNvPr id="42710595" name="Segnaposto contenuto 2"/>
          <p:cNvSpPr>
            <a:spLocks noGrp="1"/>
          </p:cNvSpPr>
          <p:nvPr>
            <p:ph idx="1"/>
          </p:nvPr>
        </p:nvSpPr>
        <p:spPr bwMode="auto">
          <a:xfrm flipH="0" flipV="0">
            <a:off x="838198" y="1825624"/>
            <a:ext cx="10923386" cy="4658701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95000" lnSpcReduction="1000"/>
          </a:bodyPr>
          <a:lstStyle/>
          <a:p>
            <a:pPr>
              <a:lnSpc>
                <a:spcPct val="114999"/>
              </a:lnSpc>
              <a:defRPr/>
            </a:pPr>
            <a:r>
              <a:rPr/>
              <a:t>N = 10 agents</a:t>
            </a:r>
            <a:endParaRPr/>
          </a:p>
          <a:p>
            <a:pPr>
              <a:lnSpc>
                <a:spcPct val="114999"/>
              </a:lnSpc>
              <a:defRPr/>
            </a:pPr>
            <a:r>
              <a:rPr/>
              <a:t>First run of 4000 episodes, subsequent runs of 2000 episodes</a:t>
            </a:r>
            <a:endParaRPr/>
          </a:p>
          <a:p>
            <a:pPr>
              <a:lnSpc>
                <a:spcPct val="114999"/>
              </a:lnSpc>
              <a:defRPr/>
            </a:pPr>
            <a:r>
              <a:rPr lang="it-IT" sz="28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Battery capacities: [25, 100, 50, 37, 65, 80, 40, 75, 55, 90] Wh</a:t>
            </a:r>
            <a:endParaRPr sz="2800"/>
          </a:p>
          <a:p>
            <a:pPr>
              <a:lnSpc>
                <a:spcPct val="114999"/>
              </a:lnSpc>
              <a:defRPr/>
            </a:pPr>
            <a:r>
              <a:rPr lang="it-IT" sz="28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Panel surfaces: [1.00, 0.50, 0.75, 0.85, 0.65, 0.55, 0.90, 0.30, 0.80, 0.52]</a:t>
            </a:r>
            <a:r>
              <a:rPr lang="it-IT" sz="28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m²</a:t>
            </a:r>
            <a:endParaRPr lang="it-IT" sz="28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lnSpc>
                <a:spcPct val="114999"/>
              </a:lnSpc>
              <a:defRPr/>
            </a:pPr>
            <a:r>
              <a:rPr lang="it-IT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Observations: </a:t>
            </a:r>
            <a:r>
              <a:rPr lang="it-IT" sz="28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o</a:t>
            </a:r>
            <a:r>
              <a:rPr lang="it-IT" sz="2800" b="0" i="0" u="none" strike="noStrike" cap="none" spc="0" baseline="-25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t</a:t>
            </a:r>
            <a:r>
              <a:rPr lang="it-IT" sz="2800" b="0" i="0" u="none" strike="noStrike" cap="none" spc="0" baseline="30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i</a:t>
            </a:r>
            <a:r>
              <a:rPr lang="it-IT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= [</a:t>
            </a:r>
            <a:r>
              <a:rPr lang="it-IT" sz="28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b</a:t>
            </a:r>
            <a:r>
              <a:rPr lang="it-IT" sz="2800" b="0" i="0" u="none" strike="noStrike" cap="none" spc="0" baseline="-25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t</a:t>
            </a:r>
            <a:r>
              <a:rPr lang="it-IT" sz="2800" b="0" i="0" u="none" strike="noStrike" cap="none" spc="0" baseline="30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i</a:t>
            </a:r>
            <a:r>
              <a:rPr lang="it-IT" sz="28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, </a:t>
            </a:r>
            <a:r>
              <a:rPr lang="it-IT" sz="28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q</a:t>
            </a:r>
            <a:r>
              <a:rPr lang="it-IT" sz="2800" b="0" i="0" u="none" strike="noStrike" cap="none" spc="0" baseline="-25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t</a:t>
            </a:r>
            <a:r>
              <a:rPr lang="it-IT" sz="2800" b="0" i="0" u="none" strike="noStrike" cap="none" spc="0" baseline="30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i</a:t>
            </a:r>
            <a:r>
              <a:rPr lang="it-IT" sz="28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, </a:t>
            </a:r>
            <a:r>
              <a:rPr lang="it-IT" sz="28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τ</a:t>
            </a:r>
            <a:r>
              <a:rPr lang="it-IT" sz="2800" b="0" i="0" u="none" strike="noStrike" cap="none" spc="0" baseline="-25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t</a:t>
            </a:r>
            <a:r>
              <a:rPr lang="it-IT" sz="2800" b="0" i="0" u="none" strike="noStrike" cap="none" spc="0" baseline="30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i</a:t>
            </a:r>
            <a:r>
              <a:rPr lang="it-IT" sz="28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,</a:t>
            </a:r>
            <a:r>
              <a:rPr lang="it-IT" sz="28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it-IT" sz="2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μ</m:t>
                      </m:r>
                    </m:oMath>
                  </m:oMathPara>
                </a14:m>
              </mc:Choice>
              <mc:Fallback/>
            </mc:AlternateContent>
            <a:r>
              <a:rPr lang="it-IT" sz="28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b</a:t>
            </a:r>
            <a:r>
              <a:rPr lang="it-IT" sz="2800" b="0" i="0" u="none" strike="noStrike" cap="none" spc="0" baseline="-25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t</a:t>
            </a:r>
            <a:r>
              <a:rPr lang="it-IT" sz="2800" b="0" i="0" u="none" strike="noStrike" cap="none" spc="0" baseline="30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i</a:t>
            </a:r>
            <a:r>
              <a:rPr lang="it-IT" sz="28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,</a:t>
            </a:r>
            <a:r>
              <a:rPr lang="it-IT" sz="28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it-IT" sz="2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μ</m:t>
                      </m:r>
                    </m:oMath>
                  </m:oMathPara>
                </a14:m>
              </mc:Choice>
              <mc:Fallback/>
            </mc:AlternateContent>
            <a:r>
              <a:rPr lang="it-IT" sz="28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q</a:t>
            </a:r>
            <a:r>
              <a:rPr lang="it-IT" sz="2800" b="0" i="0" u="none" strike="noStrike" cap="none" spc="0" baseline="-25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t</a:t>
            </a:r>
            <a:r>
              <a:rPr lang="it-IT" sz="2800" b="0" i="0" u="none" strike="noStrike" cap="none" spc="0" baseline="30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i</a:t>
            </a:r>
            <a:r>
              <a:rPr lang="it-IT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]</a:t>
            </a:r>
            <a:endParaRPr sz="2800"/>
          </a:p>
          <a:p>
            <a:pPr>
              <a:lnSpc>
                <a:spcPct val="114999"/>
              </a:lnSpc>
              <a:defRPr/>
            </a:pPr>
            <a:r>
              <a:rPr lang="it-IT" sz="28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Usual solar data from Solcast, 355th day of 2024</a:t>
            </a:r>
            <a:endParaRPr/>
          </a:p>
          <a:p>
            <a:pPr>
              <a:lnSpc>
                <a:spcPct val="114999"/>
              </a:lnSpc>
              <a:defRPr/>
            </a:pPr>
            <a:r>
              <a:rPr/>
              <a:t>Irradiance data with </a:t>
            </a:r>
            <a:r>
              <a:rPr b="1"/>
              <a:t>noise of </a:t>
            </a:r>
            <a:r>
              <a:rPr b="1">
                <a:latin typeface="Arial"/>
                <a:ea typeface="Arial"/>
                <a:cs typeface="Arial"/>
              </a:rPr>
              <a:t>±</a:t>
            </a:r>
            <a:r>
              <a:rPr b="1"/>
              <a:t>20%</a:t>
            </a:r>
            <a:r>
              <a:rPr/>
              <a:t> wrt dataset values</a:t>
            </a:r>
            <a:endParaRPr sz="28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9190278" name="Tito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Initial test: intelligent 25Wh</a:t>
            </a:r>
            <a:endParaRPr/>
          </a:p>
        </p:txBody>
      </p:sp>
      <p:pic>
        <p:nvPicPr>
          <p:cNvPr id="1283882923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449872" y="2166800"/>
            <a:ext cx="5462953" cy="3852082"/>
          </a:xfrm>
          <a:prstGeom prst="rect">
            <a:avLst/>
          </a:prstGeom>
        </p:spPr>
      </p:pic>
      <p:pic>
        <p:nvPicPr>
          <p:cNvPr id="1141483984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6348045" y="2166800"/>
            <a:ext cx="5470813" cy="38576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5517914" name="Tito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it-IT" sz="4400" b="0" i="0" u="none" strike="noStrike" cap="none" spc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Initial test: intelligent 25Wh</a:t>
            </a:r>
            <a:endParaRPr sz="4400"/>
          </a:p>
        </p:txBody>
      </p:sp>
      <p:pic>
        <p:nvPicPr>
          <p:cNvPr id="1505488015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468190" y="2121042"/>
            <a:ext cx="5450173" cy="3843072"/>
          </a:xfrm>
          <a:prstGeom prst="rect">
            <a:avLst/>
          </a:prstGeom>
        </p:spPr>
      </p:pic>
      <p:pic>
        <p:nvPicPr>
          <p:cNvPr id="188029916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6329728" y="2121042"/>
            <a:ext cx="5551485" cy="391450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651731" name="Tito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it-IT" sz="4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Second test: intelligent 50Wh</a:t>
            </a:r>
            <a:endParaRPr/>
          </a:p>
        </p:txBody>
      </p:sp>
      <p:sp>
        <p:nvSpPr>
          <p:cNvPr id="513046809" name="Segnaposto contenuto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Imported trained model of node with 25Wh</a:t>
            </a:r>
            <a:endParaRPr/>
          </a:p>
        </p:txBody>
      </p:sp>
      <p:pic>
        <p:nvPicPr>
          <p:cNvPr id="987370205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431555" y="2601057"/>
            <a:ext cx="5314949" cy="3747720"/>
          </a:xfrm>
          <a:prstGeom prst="rect">
            <a:avLst/>
          </a:prstGeom>
        </p:spPr>
      </p:pic>
      <p:pic>
        <p:nvPicPr>
          <p:cNvPr id="899720527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6199709" y="2649903"/>
            <a:ext cx="5245677" cy="36988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4823743" name="Tito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it-IT" sz="4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Second test: intelligent 50Wh</a:t>
            </a:r>
            <a:endParaRPr/>
          </a:p>
        </p:txBody>
      </p:sp>
      <p:sp>
        <p:nvSpPr>
          <p:cNvPr id="845885916" name="Segnaposto contenuto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Imported trained model of node with 25Wh</a:t>
            </a:r>
            <a:endParaRPr/>
          </a:p>
        </p:txBody>
      </p:sp>
      <p:pic>
        <p:nvPicPr>
          <p:cNvPr id="631040050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6138172" y="2592187"/>
            <a:ext cx="5457415" cy="3848177"/>
          </a:xfrm>
          <a:prstGeom prst="rect">
            <a:avLst/>
          </a:prstGeom>
        </p:spPr>
      </p:pic>
      <p:pic>
        <p:nvPicPr>
          <p:cNvPr id="2061226256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321651" y="2592187"/>
            <a:ext cx="5457415" cy="384817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6298372" name="Tito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Third test: intelligent 37Wh</a:t>
            </a:r>
            <a:endParaRPr/>
          </a:p>
        </p:txBody>
      </p:sp>
      <p:sp>
        <p:nvSpPr>
          <p:cNvPr id="842545852" name="Segnaposto contenuto 2"/>
          <p:cNvSpPr>
            <a:spLocks noGrp="1"/>
          </p:cNvSpPr>
          <p:nvPr>
            <p:ph idx="1"/>
          </p:nvPr>
        </p:nvSpPr>
        <p:spPr bwMode="auto">
          <a:xfrm>
            <a:off x="838198" y="1825624"/>
            <a:ext cx="10515600" cy="4351338"/>
          </a:xfrm>
        </p:spPr>
        <p:txBody>
          <a:bodyPr/>
          <a:lstStyle/>
          <a:p>
            <a:pPr>
              <a:defRPr/>
            </a:pPr>
            <a:r>
              <a:rPr/>
              <a:t>Imported trained model of node with 50Wh</a:t>
            </a:r>
            <a:endParaRPr/>
          </a:p>
        </p:txBody>
      </p:sp>
      <p:pic>
        <p:nvPicPr>
          <p:cNvPr id="656686720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486507" y="2654874"/>
            <a:ext cx="5230366" cy="3688079"/>
          </a:xfrm>
          <a:prstGeom prst="rect">
            <a:avLst/>
          </a:prstGeom>
        </p:spPr>
      </p:pic>
      <p:pic>
        <p:nvPicPr>
          <p:cNvPr id="796769365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6358837" y="2654874"/>
            <a:ext cx="4994961" cy="352208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1552204" name="Tito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Third test: intelligent 37Wh</a:t>
            </a:r>
            <a:endParaRPr/>
          </a:p>
        </p:txBody>
      </p:sp>
      <p:sp>
        <p:nvSpPr>
          <p:cNvPr id="2107044824" name="Segnaposto contenuto 2"/>
          <p:cNvSpPr>
            <a:spLocks noGrp="1"/>
          </p:cNvSpPr>
          <p:nvPr>
            <p:ph idx="1"/>
          </p:nvPr>
        </p:nvSpPr>
        <p:spPr bwMode="auto">
          <a:xfrm>
            <a:off x="838198" y="1825624"/>
            <a:ext cx="10515600" cy="4351338"/>
          </a:xfrm>
        </p:spPr>
        <p:txBody>
          <a:bodyPr/>
          <a:lstStyle/>
          <a:p>
            <a:pPr>
              <a:defRPr/>
            </a:pPr>
            <a:r>
              <a:rPr/>
              <a:t>Imported trained model of node with 50Wh</a:t>
            </a:r>
            <a:endParaRPr/>
          </a:p>
        </p:txBody>
      </p:sp>
      <p:pic>
        <p:nvPicPr>
          <p:cNvPr id="1403958194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6293094" y="2606735"/>
            <a:ext cx="5366903" cy="3784354"/>
          </a:xfrm>
          <a:prstGeom prst="rect">
            <a:avLst/>
          </a:prstGeom>
        </p:spPr>
      </p:pic>
      <p:pic>
        <p:nvPicPr>
          <p:cNvPr id="899520489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413238" y="2606735"/>
            <a:ext cx="5366903" cy="378435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793680" name="Tito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Fourth test: </a:t>
            </a:r>
            <a:r>
              <a:rPr lang="en-US"/>
              <a:t>intelligent </a:t>
            </a:r>
            <a:r>
              <a:rPr/>
              <a:t>40Wh</a:t>
            </a:r>
            <a:endParaRPr/>
          </a:p>
        </p:txBody>
      </p:sp>
      <p:sp>
        <p:nvSpPr>
          <p:cNvPr id="407950502" name="Segnaposto contenuto 2"/>
          <p:cNvSpPr>
            <a:spLocks noGrp="1"/>
          </p:cNvSpPr>
          <p:nvPr>
            <p:ph idx="1"/>
          </p:nvPr>
        </p:nvSpPr>
        <p:spPr bwMode="auto">
          <a:xfrm>
            <a:off x="838198" y="1825624"/>
            <a:ext cx="10515600" cy="4351338"/>
          </a:xfrm>
        </p:spPr>
        <p:txBody>
          <a:bodyPr/>
          <a:lstStyle/>
          <a:p>
            <a:pPr>
              <a:defRPr/>
            </a:pPr>
            <a:r>
              <a:rPr/>
              <a:t>Imported trained model of node with 37Wh</a:t>
            </a:r>
            <a:endParaRPr/>
          </a:p>
        </p:txBody>
      </p:sp>
      <p:pic>
        <p:nvPicPr>
          <p:cNvPr id="1305916545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724632" y="2649468"/>
            <a:ext cx="4754117" cy="3527493"/>
          </a:xfrm>
          <a:prstGeom prst="rect">
            <a:avLst/>
          </a:prstGeom>
        </p:spPr>
      </p:pic>
      <p:pic>
        <p:nvPicPr>
          <p:cNvPr id="885680092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6567853" y="2595103"/>
            <a:ext cx="4900655" cy="363622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7681985" name="Tito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Fourth test: </a:t>
            </a:r>
            <a:r>
              <a:rPr lang="en-US"/>
              <a:t>intelligent </a:t>
            </a:r>
            <a:r>
              <a:rPr/>
              <a:t>40Wh</a:t>
            </a:r>
            <a:endParaRPr/>
          </a:p>
        </p:txBody>
      </p:sp>
      <p:sp>
        <p:nvSpPr>
          <p:cNvPr id="1618244313" name="Segnaposto contenuto 2"/>
          <p:cNvSpPr>
            <a:spLocks noGrp="1"/>
          </p:cNvSpPr>
          <p:nvPr>
            <p:ph idx="1"/>
          </p:nvPr>
        </p:nvSpPr>
        <p:spPr bwMode="auto">
          <a:xfrm>
            <a:off x="838198" y="1825624"/>
            <a:ext cx="10515600" cy="4351338"/>
          </a:xfrm>
        </p:spPr>
        <p:txBody>
          <a:bodyPr/>
          <a:lstStyle/>
          <a:p>
            <a:pPr>
              <a:defRPr/>
            </a:pPr>
            <a:r>
              <a:rPr/>
              <a:t>Imported trained model of node with 50Wh</a:t>
            </a:r>
            <a:endParaRPr/>
          </a:p>
        </p:txBody>
      </p:sp>
      <p:pic>
        <p:nvPicPr>
          <p:cNvPr id="1556995868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724632" y="2649468"/>
            <a:ext cx="4754117" cy="3527493"/>
          </a:xfrm>
          <a:prstGeom prst="rect">
            <a:avLst/>
          </a:prstGeom>
        </p:spPr>
      </p:pic>
      <p:pic>
        <p:nvPicPr>
          <p:cNvPr id="1094337913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6567853" y="2595103"/>
            <a:ext cx="4900655" cy="363622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7444025" name="Tito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Fourth test: intelligent 40Wh</a:t>
            </a:r>
            <a:endParaRPr/>
          </a:p>
        </p:txBody>
      </p:sp>
      <p:sp>
        <p:nvSpPr>
          <p:cNvPr id="1624787425" name="Segnaposto contenuto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Imported trained model of node with 37Wh</a:t>
            </a:r>
            <a:endParaRPr/>
          </a:p>
        </p:txBody>
      </p:sp>
      <p:pic>
        <p:nvPicPr>
          <p:cNvPr id="299676312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596411" y="2683215"/>
            <a:ext cx="5285319" cy="3921638"/>
          </a:xfrm>
          <a:prstGeom prst="rect">
            <a:avLst/>
          </a:prstGeom>
        </p:spPr>
      </p:pic>
      <p:pic>
        <p:nvPicPr>
          <p:cNvPr id="1607605485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6370759" y="2683215"/>
            <a:ext cx="5285319" cy="392163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2067937" name="Tito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Fourth test: intelligent 55Wh</a:t>
            </a:r>
            <a:endParaRPr/>
          </a:p>
        </p:txBody>
      </p:sp>
      <p:sp>
        <p:nvSpPr>
          <p:cNvPr id="1287750822" name="Segnaposto contenuto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Imported trained model of node with 40Wh</a:t>
            </a:r>
            <a:endParaRPr/>
          </a:p>
        </p:txBody>
      </p:sp>
      <p:pic>
        <p:nvPicPr>
          <p:cNvPr id="594955296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596410" y="2643876"/>
            <a:ext cx="5010558" cy="3533085"/>
          </a:xfrm>
          <a:prstGeom prst="rect">
            <a:avLst/>
          </a:prstGeom>
        </p:spPr>
      </p:pic>
      <p:pic>
        <p:nvPicPr>
          <p:cNvPr id="817971131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6376298" y="2587105"/>
            <a:ext cx="5091067" cy="35898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9522606" name="Tito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Fifth test: intelligent 55Wh</a:t>
            </a:r>
            <a:endParaRPr/>
          </a:p>
        </p:txBody>
      </p:sp>
      <p:sp>
        <p:nvSpPr>
          <p:cNvPr id="943657464" name="Segnaposto contenuto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Imported trained model of node with 40Wh</a:t>
            </a:r>
            <a:endParaRPr/>
          </a:p>
        </p:txBody>
      </p:sp>
      <p:pic>
        <p:nvPicPr>
          <p:cNvPr id="2055207573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429490" y="2579076"/>
            <a:ext cx="5304558" cy="3740393"/>
          </a:xfrm>
          <a:prstGeom prst="rect">
            <a:avLst/>
          </a:prstGeom>
        </p:spPr>
      </p:pic>
      <p:pic>
        <p:nvPicPr>
          <p:cNvPr id="88780873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6559000" y="2579076"/>
            <a:ext cx="5118648" cy="360930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9000043" name="Tito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Sixth test: intelligent 100Wh</a:t>
            </a:r>
            <a:endParaRPr/>
          </a:p>
        </p:txBody>
      </p:sp>
      <p:sp>
        <p:nvSpPr>
          <p:cNvPr id="2063654923" name="Segnaposto contenuto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Imported trained model of node with 55Wh</a:t>
            </a:r>
            <a:endParaRPr/>
          </a:p>
        </p:txBody>
      </p:sp>
      <p:pic>
        <p:nvPicPr>
          <p:cNvPr id="1511561218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604793" y="2642569"/>
            <a:ext cx="5308032" cy="3742843"/>
          </a:xfrm>
          <a:prstGeom prst="rect">
            <a:avLst/>
          </a:prstGeom>
        </p:spPr>
      </p:pic>
      <p:pic>
        <p:nvPicPr>
          <p:cNvPr id="420150499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6473935" y="2642569"/>
            <a:ext cx="5308032" cy="374284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6571909" name="Tito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Sixth test: intelligent 100Wh</a:t>
            </a:r>
            <a:endParaRPr/>
          </a:p>
        </p:txBody>
      </p:sp>
      <p:sp>
        <p:nvSpPr>
          <p:cNvPr id="1775190171" name="Segnaposto contenuto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Imported trained model of node with 55Wh</a:t>
            </a:r>
            <a:endParaRPr/>
          </a:p>
        </p:txBody>
      </p:sp>
      <p:pic>
        <p:nvPicPr>
          <p:cNvPr id="928302660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742950" y="2612414"/>
            <a:ext cx="5185063" cy="3656134"/>
          </a:xfrm>
          <a:prstGeom prst="rect">
            <a:avLst/>
          </a:prstGeom>
        </p:spPr>
      </p:pic>
      <p:pic>
        <p:nvPicPr>
          <p:cNvPr id="2079027279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6586916" y="2612414"/>
            <a:ext cx="5045306" cy="355758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3347251" name="Tito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Comparison</a:t>
            </a:r>
            <a:endParaRPr/>
          </a:p>
        </p:txBody>
      </p:sp>
      <p:pic>
        <p:nvPicPr>
          <p:cNvPr id="1670999996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6353174" y="1758499"/>
            <a:ext cx="5573267" cy="4159821"/>
          </a:xfrm>
          <a:prstGeom prst="rect">
            <a:avLst/>
          </a:prstGeom>
        </p:spPr>
      </p:pic>
      <p:pic>
        <p:nvPicPr>
          <p:cNvPr id="28814452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234827" y="1782274"/>
            <a:ext cx="5548777" cy="414154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5280324" name="Tito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Comparison</a:t>
            </a:r>
            <a:endParaRPr/>
          </a:p>
        </p:txBody>
      </p:sp>
      <p:pic>
        <p:nvPicPr>
          <p:cNvPr id="1085079638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6211442" y="1817065"/>
            <a:ext cx="5617508" cy="4192843"/>
          </a:xfrm>
          <a:prstGeom prst="rect">
            <a:avLst/>
          </a:prstGeom>
        </p:spPr>
      </p:pic>
      <p:pic>
        <p:nvPicPr>
          <p:cNvPr id="2071769647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217243" y="1847300"/>
            <a:ext cx="5552458" cy="414429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ONLYOFFICE/9.3.1.8</Application>
  <PresentationFormat>On-screen Show (4:3)</PresentationFormat>
  <Paragraphs>0</Paragraphs>
  <Slides>19</Slides>
  <Notes>19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7</cp:revision>
  <dcterms:created xsi:type="dcterms:W3CDTF">2012-12-03T06:56:55Z</dcterms:created>
  <dcterms:modified xsi:type="dcterms:W3CDTF">2026-03-11T08:43:50Z</dcterms:modified>
</cp:coreProperties>
</file>